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9CF79-83F8-4D61-BFB2-BA427FCCECDF}" v="2" dt="2026-01-11T16:17:16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zem Alfi" userId="fefafbc0-76d8-4b19-84f8-6ecdf8936119" providerId="ADAL" clId="{50080F2C-D5DD-41E4-A457-07DF33E0EA61}"/>
    <pc:docChg chg="undo custSel modSld">
      <pc:chgData name="Hazem Alfi" userId="fefafbc0-76d8-4b19-84f8-6ecdf8936119" providerId="ADAL" clId="{50080F2C-D5DD-41E4-A457-07DF33E0EA61}" dt="2026-01-11T17:49:21.963" v="290" actId="14100"/>
      <pc:docMkLst>
        <pc:docMk/>
      </pc:docMkLst>
      <pc:sldChg chg="addSp delSp modSp mod">
        <pc:chgData name="Hazem Alfi" userId="fefafbc0-76d8-4b19-84f8-6ecdf8936119" providerId="ADAL" clId="{50080F2C-D5DD-41E4-A457-07DF33E0EA61}" dt="2026-01-11T17:43:54.746" v="284" actId="1036"/>
        <pc:sldMkLst>
          <pc:docMk/>
          <pc:sldMk cId="2951100135" sldId="256"/>
        </pc:sldMkLst>
        <pc:spChg chg="add mod">
          <ac:chgData name="Hazem Alfi" userId="fefafbc0-76d8-4b19-84f8-6ecdf8936119" providerId="ADAL" clId="{50080F2C-D5DD-41E4-A457-07DF33E0EA61}" dt="2026-01-11T15:54:51.242" v="222" actId="207"/>
          <ac:spMkLst>
            <pc:docMk/>
            <pc:sldMk cId="2951100135" sldId="256"/>
            <ac:spMk id="11" creationId="{DD8B1448-A586-7D50-1BFC-37C77BE74B51}"/>
          </ac:spMkLst>
        </pc:spChg>
        <pc:picChg chg="mod">
          <ac:chgData name="Hazem Alfi" userId="fefafbc0-76d8-4b19-84f8-6ecdf8936119" providerId="ADAL" clId="{50080F2C-D5DD-41E4-A457-07DF33E0EA61}" dt="2026-01-11T17:43:54.746" v="284" actId="1036"/>
          <ac:picMkLst>
            <pc:docMk/>
            <pc:sldMk cId="2951100135" sldId="256"/>
            <ac:picMk id="5" creationId="{099FF961-04E7-AFF8-807B-4374DD80387C}"/>
          </ac:picMkLst>
        </pc:picChg>
        <pc:picChg chg="add mod">
          <ac:chgData name="Hazem Alfi" userId="fefafbc0-76d8-4b19-84f8-6ecdf8936119" providerId="ADAL" clId="{50080F2C-D5DD-41E4-A457-07DF33E0EA61}" dt="2026-01-11T15:48:18.962" v="1" actId="1076"/>
          <ac:picMkLst>
            <pc:docMk/>
            <pc:sldMk cId="2951100135" sldId="256"/>
            <ac:picMk id="6" creationId="{BB981A30-8FC7-91C7-516A-119AB689098D}"/>
          </ac:picMkLst>
        </pc:picChg>
        <pc:picChg chg="add mod">
          <ac:chgData name="Hazem Alfi" userId="fefafbc0-76d8-4b19-84f8-6ecdf8936119" providerId="ADAL" clId="{50080F2C-D5DD-41E4-A457-07DF33E0EA61}" dt="2026-01-11T15:48:32.452" v="6" actId="14100"/>
          <ac:picMkLst>
            <pc:docMk/>
            <pc:sldMk cId="2951100135" sldId="256"/>
            <ac:picMk id="8" creationId="{190E40A6-E630-4CE3-C202-CDEFB0D57251}"/>
          </ac:picMkLst>
        </pc:picChg>
        <pc:picChg chg="add del mod">
          <ac:chgData name="Hazem Alfi" userId="fefafbc0-76d8-4b19-84f8-6ecdf8936119" providerId="ADAL" clId="{50080F2C-D5DD-41E4-A457-07DF33E0EA61}" dt="2026-01-11T15:50:38.897" v="39" actId="478"/>
          <ac:picMkLst>
            <pc:docMk/>
            <pc:sldMk cId="2951100135" sldId="256"/>
            <ac:picMk id="10" creationId="{220EB31C-D637-32E9-B8BA-4AB3520165E9}"/>
          </ac:picMkLst>
        </pc:picChg>
      </pc:sldChg>
      <pc:sldChg chg="addSp delSp modSp mod">
        <pc:chgData name="Hazem Alfi" userId="fefafbc0-76d8-4b19-84f8-6ecdf8936119" providerId="ADAL" clId="{50080F2C-D5DD-41E4-A457-07DF33E0EA61}" dt="2026-01-11T16:18:13.800" v="281" actId="1076"/>
        <pc:sldMkLst>
          <pc:docMk/>
          <pc:sldMk cId="2661886804" sldId="258"/>
        </pc:sldMkLst>
        <pc:spChg chg="add mod">
          <ac:chgData name="Hazem Alfi" userId="fefafbc0-76d8-4b19-84f8-6ecdf8936119" providerId="ADAL" clId="{50080F2C-D5DD-41E4-A457-07DF33E0EA61}" dt="2026-01-11T16:18:13.800" v="281" actId="1076"/>
          <ac:spMkLst>
            <pc:docMk/>
            <pc:sldMk cId="2661886804" sldId="258"/>
            <ac:spMk id="9" creationId="{A95CCAC7-3F7A-4AAF-BA86-25CE24726D80}"/>
          </ac:spMkLst>
        </pc:spChg>
        <pc:picChg chg="add mod">
          <ac:chgData name="Hazem Alfi" userId="fefafbc0-76d8-4b19-84f8-6ecdf8936119" providerId="ADAL" clId="{50080F2C-D5DD-41E4-A457-07DF33E0EA61}" dt="2026-01-11T16:14:37.631" v="240" actId="1076"/>
          <ac:picMkLst>
            <pc:docMk/>
            <pc:sldMk cId="2661886804" sldId="258"/>
            <ac:picMk id="3" creationId="{4302EC56-E18C-C6AD-4676-E195E1870FDA}"/>
          </ac:picMkLst>
        </pc:picChg>
        <pc:picChg chg="add del mod">
          <ac:chgData name="Hazem Alfi" userId="fefafbc0-76d8-4b19-84f8-6ecdf8936119" providerId="ADAL" clId="{50080F2C-D5DD-41E4-A457-07DF33E0EA61}" dt="2026-01-11T16:15:01.392" v="246" actId="22"/>
          <ac:picMkLst>
            <pc:docMk/>
            <pc:sldMk cId="2661886804" sldId="258"/>
            <ac:picMk id="6" creationId="{CB90C613-F441-6570-D78A-2D43F87745D3}"/>
          </ac:picMkLst>
        </pc:picChg>
        <pc:picChg chg="add mod">
          <ac:chgData name="Hazem Alfi" userId="fefafbc0-76d8-4b19-84f8-6ecdf8936119" providerId="ADAL" clId="{50080F2C-D5DD-41E4-A457-07DF33E0EA61}" dt="2026-01-11T16:15:18.897" v="252" actId="1076"/>
          <ac:picMkLst>
            <pc:docMk/>
            <pc:sldMk cId="2661886804" sldId="258"/>
            <ac:picMk id="8" creationId="{17B708D5-63CE-0D7F-524B-0ACA5E8FD4A7}"/>
          </ac:picMkLst>
        </pc:picChg>
      </pc:sldChg>
      <pc:sldChg chg="addSp modSp mod">
        <pc:chgData name="Hazem Alfi" userId="fefafbc0-76d8-4b19-84f8-6ecdf8936119" providerId="ADAL" clId="{50080F2C-D5DD-41E4-A457-07DF33E0EA61}" dt="2026-01-11T16:14:25.701" v="237" actId="14100"/>
        <pc:sldMkLst>
          <pc:docMk/>
          <pc:sldMk cId="1043665569" sldId="259"/>
        </pc:sldMkLst>
        <pc:picChg chg="add mod">
          <ac:chgData name="Hazem Alfi" userId="fefafbc0-76d8-4b19-84f8-6ecdf8936119" providerId="ADAL" clId="{50080F2C-D5DD-41E4-A457-07DF33E0EA61}" dt="2026-01-11T16:14:25.701" v="237" actId="14100"/>
          <ac:picMkLst>
            <pc:docMk/>
            <pc:sldMk cId="1043665569" sldId="259"/>
            <ac:picMk id="3" creationId="{628E0EF0-65D1-EAA6-320A-059DCD162263}"/>
          </ac:picMkLst>
        </pc:picChg>
      </pc:sldChg>
      <pc:sldChg chg="addSp modSp mod">
        <pc:chgData name="Hazem Alfi" userId="fefafbc0-76d8-4b19-84f8-6ecdf8936119" providerId="ADAL" clId="{50080F2C-D5DD-41E4-A457-07DF33E0EA61}" dt="2026-01-11T17:49:21.963" v="290" actId="14100"/>
        <pc:sldMkLst>
          <pc:docMk/>
          <pc:sldMk cId="3613689284" sldId="260"/>
        </pc:sldMkLst>
        <pc:picChg chg="add mod">
          <ac:chgData name="Hazem Alfi" userId="fefafbc0-76d8-4b19-84f8-6ecdf8936119" providerId="ADAL" clId="{50080F2C-D5DD-41E4-A457-07DF33E0EA61}" dt="2026-01-11T16:14:08.799" v="233" actId="1076"/>
          <ac:picMkLst>
            <pc:docMk/>
            <pc:sldMk cId="3613689284" sldId="260"/>
            <ac:picMk id="3" creationId="{596135E3-7A3B-B137-6E18-5ED23754536C}"/>
          </ac:picMkLst>
        </pc:picChg>
        <pc:picChg chg="add mod">
          <ac:chgData name="Hazem Alfi" userId="fefafbc0-76d8-4b19-84f8-6ecdf8936119" providerId="ADAL" clId="{50080F2C-D5DD-41E4-A457-07DF33E0EA61}" dt="2026-01-11T17:49:21.963" v="290" actId="14100"/>
          <ac:picMkLst>
            <pc:docMk/>
            <pc:sldMk cId="3613689284" sldId="260"/>
            <ac:picMk id="4" creationId="{E5112512-5A0B-D733-03C0-404F003F6FD6}"/>
          </ac:picMkLst>
        </pc:picChg>
      </pc:sldChg>
      <pc:sldChg chg="addSp modSp mod">
        <pc:chgData name="Hazem Alfi" userId="fefafbc0-76d8-4b19-84f8-6ecdf8936119" providerId="ADAL" clId="{50080F2C-D5DD-41E4-A457-07DF33E0EA61}" dt="2026-01-11T16:13:52.407" v="230" actId="1076"/>
        <pc:sldMkLst>
          <pc:docMk/>
          <pc:sldMk cId="270453892" sldId="261"/>
        </pc:sldMkLst>
        <pc:picChg chg="add mod">
          <ac:chgData name="Hazem Alfi" userId="fefafbc0-76d8-4b19-84f8-6ecdf8936119" providerId="ADAL" clId="{50080F2C-D5DD-41E4-A457-07DF33E0EA61}" dt="2026-01-11T16:13:52.407" v="230" actId="1076"/>
          <ac:picMkLst>
            <pc:docMk/>
            <pc:sldMk cId="270453892" sldId="261"/>
            <ac:picMk id="3" creationId="{D95E46E5-BECD-3DA8-3922-DE7A252B98DE}"/>
          </ac:picMkLst>
        </pc:picChg>
      </pc:sldChg>
      <pc:sldChg chg="addSp modSp mod">
        <pc:chgData name="Hazem Alfi" userId="fefafbc0-76d8-4b19-84f8-6ecdf8936119" providerId="ADAL" clId="{50080F2C-D5DD-41E4-A457-07DF33E0EA61}" dt="2026-01-11T16:13:36.609" v="228" actId="1076"/>
        <pc:sldMkLst>
          <pc:docMk/>
          <pc:sldMk cId="1683507628" sldId="262"/>
        </pc:sldMkLst>
        <pc:picChg chg="add mod">
          <ac:chgData name="Hazem Alfi" userId="fefafbc0-76d8-4b19-84f8-6ecdf8936119" providerId="ADAL" clId="{50080F2C-D5DD-41E4-A457-07DF33E0EA61}" dt="2026-01-11T16:13:36.609" v="228" actId="1076"/>
          <ac:picMkLst>
            <pc:docMk/>
            <pc:sldMk cId="1683507628" sldId="262"/>
            <ac:picMk id="3" creationId="{A6EB8C7C-21D1-2995-AC50-070ADDB84365}"/>
          </ac:picMkLst>
        </pc:picChg>
      </pc:sldChg>
      <pc:sldChg chg="addSp modSp mod">
        <pc:chgData name="Hazem Alfi" userId="fefafbc0-76d8-4b19-84f8-6ecdf8936119" providerId="ADAL" clId="{50080F2C-D5DD-41E4-A457-07DF33E0EA61}" dt="2026-01-11T16:13:20.411" v="226" actId="1076"/>
        <pc:sldMkLst>
          <pc:docMk/>
          <pc:sldMk cId="1846329679" sldId="265"/>
        </pc:sldMkLst>
        <pc:picChg chg="add mod">
          <ac:chgData name="Hazem Alfi" userId="fefafbc0-76d8-4b19-84f8-6ecdf8936119" providerId="ADAL" clId="{50080F2C-D5DD-41E4-A457-07DF33E0EA61}" dt="2026-01-11T16:13:20.411" v="226" actId="1076"/>
          <ac:picMkLst>
            <pc:docMk/>
            <pc:sldMk cId="1846329679" sldId="265"/>
            <ac:picMk id="3" creationId="{31DFC00D-066E-AB35-C63F-30ED1F83AABF}"/>
          </ac:picMkLst>
        </pc:picChg>
      </pc:sldChg>
      <pc:sldChg chg="addSp delSp modSp mod">
        <pc:chgData name="Hazem Alfi" userId="fefafbc0-76d8-4b19-84f8-6ecdf8936119" providerId="ADAL" clId="{50080F2C-D5DD-41E4-A457-07DF33E0EA61}" dt="2026-01-11T16:13:06.663" v="224" actId="1076"/>
        <pc:sldMkLst>
          <pc:docMk/>
          <pc:sldMk cId="965713089" sldId="269"/>
        </pc:sldMkLst>
        <pc:picChg chg="add mod">
          <ac:chgData name="Hazem Alfi" userId="fefafbc0-76d8-4b19-84f8-6ecdf8936119" providerId="ADAL" clId="{50080F2C-D5DD-41E4-A457-07DF33E0EA61}" dt="2026-01-11T16:13:06.663" v="224" actId="1076"/>
          <ac:picMkLst>
            <pc:docMk/>
            <pc:sldMk cId="965713089" sldId="269"/>
            <ac:picMk id="3" creationId="{AC8C1DCE-21E1-16E3-C436-ECE500CB3BF3}"/>
          </ac:picMkLst>
        </pc:picChg>
        <pc:picChg chg="add del mod">
          <ac:chgData name="Hazem Alfi" userId="fefafbc0-76d8-4b19-84f8-6ecdf8936119" providerId="ADAL" clId="{50080F2C-D5DD-41E4-A457-07DF33E0EA61}" dt="2026-01-11T15:49:19.735" v="24" actId="22"/>
          <ac:picMkLst>
            <pc:docMk/>
            <pc:sldMk cId="965713089" sldId="269"/>
            <ac:picMk id="3" creationId="{D05F9C51-394A-D330-ACE3-818A822D364C}"/>
          </ac:picMkLst>
        </pc:picChg>
        <pc:picChg chg="mod">
          <ac:chgData name="Hazem Alfi" userId="fefafbc0-76d8-4b19-84f8-6ecdf8936119" providerId="ADAL" clId="{50080F2C-D5DD-41E4-A457-07DF33E0EA61}" dt="2026-01-11T15:49:40.216" v="28" actId="1076"/>
          <ac:picMkLst>
            <pc:docMk/>
            <pc:sldMk cId="965713089" sldId="269"/>
            <ac:picMk id="5" creationId="{279593F7-5FC4-59F0-F1C1-D7A21340AD1B}"/>
          </ac:picMkLst>
        </pc:picChg>
        <pc:picChg chg="add mod">
          <ac:chgData name="Hazem Alfi" userId="fefafbc0-76d8-4b19-84f8-6ecdf8936119" providerId="ADAL" clId="{50080F2C-D5DD-41E4-A457-07DF33E0EA61}" dt="2026-01-11T15:49:46.667" v="30" actId="14100"/>
          <ac:picMkLst>
            <pc:docMk/>
            <pc:sldMk cId="965713089" sldId="269"/>
            <ac:picMk id="6" creationId="{4D9C78DA-977D-559C-055C-7EDEA2B0A0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13D9-F758-0A74-75FF-75B7087D9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5D48A-D4A4-8BD1-E149-935A8615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D29DC-8350-C62F-FC02-6A09B2C9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E75E-6585-5826-F0E1-FFFFAEEE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EA93-1D53-572C-F05F-AEBB58C5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6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E350-5291-1B4C-ED21-29122D71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8788-0C63-469B-7923-35606C088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EC30A-387E-9C26-D2A6-43F90136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23BBE-CDD2-E5E9-9537-8887D923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BA68F-3206-E177-D299-8CF269BB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2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7240-DC7A-020C-5462-2B5C6E68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65E57-8C3F-D640-3F9C-435FA726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F0ACB-7B86-B127-EBBC-A46227EE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5B372-DCBF-1273-ABDC-F72D7E1A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158B9-6F62-9AC6-C17B-F1CD9D06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4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DC48-A385-C6CC-8E2C-5DFB32AC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66D6E-8AD7-C64D-F9A1-0C3A63787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333B6-2E80-3338-3F23-179331520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75C3F-3EA8-FC1F-FAB7-5AAC5807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4FB41-CB20-DE11-23C9-E9E51D9F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9B6BB-21CF-74D2-3883-7F103146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6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6F9B-9895-4104-93EE-E1A9CF5A1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B1EBB-FEDD-A0C7-FEA2-515BF18C3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5A774-858E-BBF3-5244-15C4FE210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2F92C-74E9-23FB-5181-40CD8370C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23458-119E-9BA2-7B2F-26CA93189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DBC26D-EE26-B2C7-8692-C100F96E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F797E-1B17-728A-467A-4B41D054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B6CFF-3D34-E47C-BF7A-8F8F92F1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1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FBE4-88D3-133B-632C-DF833667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E19C9-B4BF-3B3D-33CE-38457C166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8D26B-A90E-B6B3-DD12-039E6EBC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80B09-9F97-2338-9714-AA8F74A8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2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A7B41-4030-C056-1365-928E7544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55659-E468-B53F-DF9F-C51B6E2E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3D539-5DC8-5EA0-9B3E-6411649A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9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8415-7B3A-E75C-F803-4A419799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DB96-46A6-BC0B-EA4D-953B54CB9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68A7E-623D-CA70-167F-830C8F9B8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5C8BF-55B0-ABDA-4E2E-0FD24C7D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3CA2E-20E4-7A07-5A4E-26A4CD82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C4057-6987-95FC-AEF6-9588A678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5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6A0C-61B5-BABD-EA7E-70A77C6A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C58EB-A191-D6CD-8536-3A2A9E005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3E227-B76A-8B6E-B6C6-BBA5DB325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95BA-2177-7884-7497-BCD1B359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412D-233E-DFD1-1284-27040167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27316-89A1-EA19-4A68-0A51DD1D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8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2262-2751-8814-033B-83A23CA5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6A48B-559F-3C13-0DB9-52DEA3E7F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D0BAA-74A3-E7D4-F81C-16B3CC91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703EF-3678-1005-9C3B-A2A4D8C5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7954-FB7F-C8D7-BB93-AE7AA8E8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9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A040B1-5B2C-E716-E679-F63B9A64C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62E8F-70FE-A685-E629-80BE09779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74D50-2354-9CF7-3A86-B70223C8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78ED7-18C2-EE22-2203-61425DA2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38854-708A-CCCA-21DF-A3216135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4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2D315-1F03-E327-AB2F-73DF9187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B2007-3545-1532-2305-34991EC19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AD66-7ABD-DC42-D2C7-AC7B87206B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4ED19-5030-428E-AF4F-B509723EA1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768C0-2CD6-E789-9F57-F43371E20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B0418-5E6F-AE6B-8513-E210C3FAB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DEB1B-AD9C-4A5F-A391-9D43C619C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2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FE20-E5E1-E56B-0840-2325752FA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8B12A-B7DE-1006-0B4A-A32123301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FF961-04E7-AFF8-807B-4374DD803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0" y="18618"/>
            <a:ext cx="12192000" cy="6850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81A30-8FC7-91C7-516A-119AB6890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846" y="6299305"/>
            <a:ext cx="1390844" cy="438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0E40A6-E630-4CE3-C202-CDEFB0D57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734" y="6299304"/>
            <a:ext cx="4182255" cy="438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8B1448-A586-7D50-1BFC-37C77BE74B51}"/>
              </a:ext>
            </a:extLst>
          </p:cNvPr>
          <p:cNvSpPr txBox="1"/>
          <p:nvPr/>
        </p:nvSpPr>
        <p:spPr>
          <a:xfrm>
            <a:off x="209862" y="3747762"/>
            <a:ext cx="301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Members: </a:t>
            </a:r>
          </a:p>
          <a:p>
            <a:r>
              <a:rPr lang="en-US" dirty="0">
                <a:solidFill>
                  <a:schemeClr val="bg1"/>
                </a:solidFill>
              </a:rPr>
              <a:t>Hazem Al-Alfi </a:t>
            </a:r>
          </a:p>
          <a:p>
            <a:r>
              <a:rPr lang="en-US" dirty="0">
                <a:solidFill>
                  <a:schemeClr val="bg1"/>
                </a:solidFill>
              </a:rPr>
              <a:t>Abdelrahman Al-Ajouz </a:t>
            </a:r>
          </a:p>
          <a:p>
            <a:r>
              <a:rPr lang="en-US" dirty="0">
                <a:solidFill>
                  <a:schemeClr val="bg1"/>
                </a:solidFill>
              </a:rPr>
              <a:t>Zaid </a:t>
            </a:r>
            <a:r>
              <a:rPr lang="en-US" dirty="0" err="1">
                <a:solidFill>
                  <a:schemeClr val="bg1"/>
                </a:solidFill>
              </a:rPr>
              <a:t>Khrisat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Instructor: Dr. Muath Al-Ali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1/11/2026 </a:t>
            </a:r>
          </a:p>
        </p:txBody>
      </p:sp>
    </p:spTree>
    <p:extLst>
      <p:ext uri="{BB962C8B-B14F-4D97-AF65-F5344CB8AC3E}">
        <p14:creationId xmlns:p14="http://schemas.microsoft.com/office/powerpoint/2010/main" val="295110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0372BA-B16A-AC7F-BBDC-8F8182C05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1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57D84F-F76E-15E4-B9E2-16D906680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2EC56-E18C-C6AD-4676-E195E187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662552" y="509666"/>
            <a:ext cx="866896" cy="388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708D5-63CE-0D7F-524B-0ACA5E8FD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679" y="1890618"/>
            <a:ext cx="1100488" cy="402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5CCAC7-3F7A-4AAF-BA86-25CE24726D80}"/>
              </a:ext>
            </a:extLst>
          </p:cNvPr>
          <p:cNvSpPr txBox="1"/>
          <p:nvPr/>
        </p:nvSpPr>
        <p:spPr>
          <a:xfrm>
            <a:off x="3537679" y="1824090"/>
            <a:ext cx="127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48,842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188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A6588-E334-6838-7BD6-8F8C06BD4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8E0EF0-65D1-EAA6-320A-059DCD162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424" y="329784"/>
            <a:ext cx="866896" cy="43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6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5DE4B6-9F56-C912-E2EE-E4E091DF8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6135E3-7A3B-B137-6E18-5ED237545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404" y="448343"/>
            <a:ext cx="866896" cy="2524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112512-5A0B-D733-03C0-404F003F6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872" y="1274163"/>
            <a:ext cx="6775554" cy="226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8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4433D3-C4E8-A0BC-4EC5-58167E282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5E46E5-BECD-3DA8-3922-DE7A252B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52" y="478323"/>
            <a:ext cx="86689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1CCD2-7958-BC80-97BF-024FC5B25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EB8C7C-21D1-2995-AC50-070ADDB84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65" y="193509"/>
            <a:ext cx="86689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DBD8C-1607-613D-89E3-E39F6F2C7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2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A798A9-2796-36E6-6D80-EE0CC8FC9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82CAAF-DF83-A847-4D57-DB808DF80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FC00D-066E-AB35-C63F-30ED1F83A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52" y="223490"/>
            <a:ext cx="86689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29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12CDC-07FE-B6B7-8037-00B4F2C3E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29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BEC3D-1EEA-1211-A1E5-18D67084D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8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CE74AD-9AB6-A6F0-60A7-8B6B2E73E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7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593F7-5FC4-59F0-F1C1-D7A21340A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9C78DA-977D-559C-055C-7EDEA2B0A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158" y="4482059"/>
            <a:ext cx="8892898" cy="23746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8C1DCE-21E1-16E3-C436-ECE500CB3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52" y="358401"/>
            <a:ext cx="86689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1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</Words>
  <Application>Microsoft Office PowerPoint</Application>
  <PresentationFormat>Widescreen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Alfi</dc:creator>
  <cp:lastModifiedBy>Hazem Alfi</cp:lastModifiedBy>
  <cp:revision>1</cp:revision>
  <dcterms:created xsi:type="dcterms:W3CDTF">2026-01-11T14:15:54Z</dcterms:created>
  <dcterms:modified xsi:type="dcterms:W3CDTF">2026-01-11T17:49:27Z</dcterms:modified>
</cp:coreProperties>
</file>